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7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25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281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40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137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773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393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01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95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84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F0D5E78-7A2E-4E61-94A4-B6CE76477CC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0710C7E-2F5A-443A-9854-DFB7948219F2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40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C6F19-87D1-A6C8-F974-E37A418337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Clarity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DFC8FE-D6B8-817B-7783-B79451A7C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0759" y="4455620"/>
            <a:ext cx="4617692" cy="1143000"/>
          </a:xfrm>
        </p:spPr>
        <p:txBody>
          <a:bodyPr>
            <a:normAutofit lnSpcReduction="10000"/>
          </a:bodyPr>
          <a:lstStyle/>
          <a:p>
            <a:r>
              <a:rPr lang="ru-RU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Комаров Е.Е., Зедгенидзе Д.А., Чулков А.А.</a:t>
            </a:r>
          </a:p>
          <a:p>
            <a:endParaRPr lang="ru-RU" sz="1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</a:t>
            </a:r>
            <a:r>
              <a:rPr lang="en-US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Горбачева Зоя Евгеньевна</a:t>
            </a:r>
          </a:p>
        </p:txBody>
      </p:sp>
    </p:spTree>
    <p:extLst>
      <p:ext uri="{BB962C8B-B14F-4D97-AF65-F5344CB8AC3E}">
        <p14:creationId xmlns:p14="http://schemas.microsoft.com/office/powerpoint/2010/main" val="712901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C2B9A-B08A-36F8-8CDC-F4B22C709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384D6B-B9E8-DAB9-E8DB-631F5CB8D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64702"/>
            <a:ext cx="10058400" cy="3704392"/>
          </a:xfrm>
        </p:spPr>
        <p:txBody>
          <a:bodyPr>
            <a:normAutofit/>
          </a:bodyPr>
          <a:lstStyle/>
          <a:p>
            <a:r>
              <a:rPr lang="ru-RU" sz="2200" dirty="0"/>
              <a:t>Разработать интерактивное приложение-планировщик для ежедневных задач, которое в игровой форме мотивирует пользователя выполнять дела, начисляя очки за каждое завершенное действие, и тем самым повышает личную продуктивность.</a:t>
            </a:r>
          </a:p>
        </p:txBody>
      </p:sp>
    </p:spTree>
    <p:extLst>
      <p:ext uri="{BB962C8B-B14F-4D97-AF65-F5344CB8AC3E}">
        <p14:creationId xmlns:p14="http://schemas.microsoft.com/office/powerpoint/2010/main" val="1205063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678BB-0A5C-9BCE-A14A-29508329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6199D5-B479-7D51-BE5A-85F1A1A81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Реализовать базовую структуру программы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Спроектировать интерфейс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Реализовать геймификацию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Протестировать и отладить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38417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4C469-E6DD-7A14-B5E0-51CDDEC80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D64B9F-DD5D-C60D-D5BB-B386BDF2A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современном мире люди часто сталкиваются с большим количеством задач. Многие дела откладываются, в следствие чего теряется продуктивность и ухудшается настроение из-за осознания невыполненных дел. </a:t>
            </a:r>
          </a:p>
          <a:p>
            <a:r>
              <a:rPr lang="ru-RU" dirty="0"/>
              <a:t>Эта проблема легко решается посредством геймификации повседневных задач. В данном формате человек видит прогресс, благодаря мгновенной обратной связи и поощрением выполненных дел,  что мотивирует не откладывать из </a:t>
            </a:r>
            <a:r>
              <a:rPr lang="en-US" dirty="0"/>
              <a:t>“</a:t>
            </a:r>
            <a:r>
              <a:rPr lang="ru-RU" dirty="0"/>
              <a:t>в долгий ящик</a:t>
            </a:r>
            <a:r>
              <a:rPr lang="en-US" dirty="0"/>
              <a:t>”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7108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806039-BAD1-F1D0-BF2C-707F7043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аналогов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4191BD6-FCD8-1C2F-9231-4A8F02543C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243986"/>
              </p:ext>
            </p:extLst>
          </p:nvPr>
        </p:nvGraphicFramePr>
        <p:xfrm>
          <a:off x="1097280" y="2595293"/>
          <a:ext cx="10391404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851">
                  <a:extLst>
                    <a:ext uri="{9D8B030D-6E8A-4147-A177-3AD203B41FA5}">
                      <a16:colId xmlns:a16="http://schemas.microsoft.com/office/drawing/2014/main" val="657595377"/>
                    </a:ext>
                  </a:extLst>
                </a:gridCol>
                <a:gridCol w="2597851">
                  <a:extLst>
                    <a:ext uri="{9D8B030D-6E8A-4147-A177-3AD203B41FA5}">
                      <a16:colId xmlns:a16="http://schemas.microsoft.com/office/drawing/2014/main" val="1634079731"/>
                    </a:ext>
                  </a:extLst>
                </a:gridCol>
                <a:gridCol w="2597851">
                  <a:extLst>
                    <a:ext uri="{9D8B030D-6E8A-4147-A177-3AD203B41FA5}">
                      <a16:colId xmlns:a16="http://schemas.microsoft.com/office/drawing/2014/main" val="407320056"/>
                    </a:ext>
                  </a:extLst>
                </a:gridCol>
                <a:gridCol w="2597851">
                  <a:extLst>
                    <a:ext uri="{9D8B030D-6E8A-4147-A177-3AD203B41FA5}">
                      <a16:colId xmlns:a16="http://schemas.microsoft.com/office/drawing/2014/main" val="3295476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Clarity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Habitica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Microsoft To Do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942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Простой интерфейс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753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Геймификация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212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Сохранение при выходе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149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Необходимость авторизации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977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Кроссплатформенность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973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Хранение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локально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сервер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сервер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693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85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9FA478-3B8B-CD85-1618-241D97E9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50195"/>
            <a:ext cx="10058400" cy="920237"/>
          </a:xfrm>
        </p:spPr>
        <p:txBody>
          <a:bodyPr>
            <a:normAutofit/>
          </a:bodyPr>
          <a:lstStyle/>
          <a:p>
            <a:r>
              <a:rPr lang="en-US" sz="2000" dirty="0"/>
              <a:t>Clarity                                                                                  </a:t>
            </a:r>
            <a:r>
              <a:rPr lang="en-US" sz="2000" dirty="0" err="1"/>
              <a:t>Habitica</a:t>
            </a:r>
            <a:r>
              <a:rPr lang="en-US" sz="2000" dirty="0"/>
              <a:t>                                                Microsoft To Do</a:t>
            </a:r>
            <a:endParaRPr lang="ru-RU" sz="20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A82C312-5270-231F-5C2F-224A5747B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5244" y="1478604"/>
            <a:ext cx="3242506" cy="5758775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A437A04-DA30-68CB-9AB6-8ECA8A420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192" y="1469920"/>
            <a:ext cx="2939982" cy="537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Объект 4">
            <a:extLst>
              <a:ext uri="{FF2B5EF4-FFF2-40B4-BE49-F238E27FC236}">
                <a16:creationId xmlns:a16="http://schemas.microsoft.com/office/drawing/2014/main" id="{4E11D4A0-45A2-DD18-CF8B-792AEE2CE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6010"/>
            <a:ext cx="4626000" cy="466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04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F00AD-19AE-D09C-B5CE-E12F78833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5863FE4-1CFA-26F7-8404-371DF0BE3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703" y="1808940"/>
            <a:ext cx="4596593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316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409C0-2AEC-B7C7-3555-576CE99E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A782A-A619-DEB3-0676-61CF9BE5A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6D6A1939-6226-8BB0-E0C4-581704B51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968" y="1803310"/>
            <a:ext cx="4624063" cy="4680000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AFA99DA5-A30B-0157-D81A-47AF5D98AC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2751" y="1615751"/>
            <a:ext cx="4421155" cy="4421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0490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2E2B-DB54-713E-449F-0DE2F6F2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5BDF5A-374C-927F-D7AF-B35850C9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29DB1A5-3DD0-8E6F-2BE3-C65D39C9D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480" y="1827601"/>
            <a:ext cx="4626000" cy="466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823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7500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D9178-BA6E-4073-F7DE-9280645D9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B5B226-0664-5181-24AD-3964AE339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3308E01-F938-86E3-5ED2-DCF3227CB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240" y="1808940"/>
            <a:ext cx="4614479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52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A3E4-4BE4-9358-24D3-42C054C5E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36FAD-BDC0-8B02-029C-27AF5C22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47F20A2-3AF2-A843-9172-28E88BB0D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897" y="1818270"/>
            <a:ext cx="4661166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970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174A1-99FA-FD23-4ABD-7C35A772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E930F-DC42-836E-43C4-9B14BAD6C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237E74E-0CC0-9E1B-D846-3CB40F6BA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846" y="1816752"/>
            <a:ext cx="4605268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85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3947E-A92F-9C19-0013-F4EFA6EB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02B80B-45DD-2608-78A9-8921C38D5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разработали интерактивный планировщик ежедневных задач. В ходе тестирования приложения </a:t>
            </a:r>
            <a:r>
              <a:rPr lang="ru-RU" dirty="0" err="1"/>
              <a:t>Clarity</a:t>
            </a:r>
            <a:r>
              <a:rPr lang="ru-RU" dirty="0"/>
              <a:t> были проверены основные пользовательские сценарии работы программы. После устранения выявленных ошибок приложение работает стабильно и соответствует заявленному функционалу.</a:t>
            </a:r>
          </a:p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81523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57F16D-60E3-0E47-DB5D-BE4F0D25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</a:t>
            </a:r>
            <a:r>
              <a:rPr lang="ru-RU"/>
              <a:t>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768385-DD89-6BC9-3C1C-5B3EBFA07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32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131</TotalTime>
  <Words>218</Words>
  <Application>Microsoft Office PowerPoint</Application>
  <PresentationFormat>Широкоэкранный</PresentationFormat>
  <Paragraphs>54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Ретро</vt:lpstr>
      <vt:lpstr>Clarity</vt:lpstr>
      <vt:lpstr>Цель проекта</vt:lpstr>
      <vt:lpstr>Задачи </vt:lpstr>
      <vt:lpstr>Актуальность </vt:lpstr>
      <vt:lpstr>Анализ аналогов</vt:lpstr>
      <vt:lpstr>Clarity                                                                                  Habitica                                                Microsoft To Do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Вывод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Чулков</dc:creator>
  <cp:lastModifiedBy>Артём Чулков</cp:lastModifiedBy>
  <cp:revision>2</cp:revision>
  <dcterms:created xsi:type="dcterms:W3CDTF">2026-04-08T13:36:51Z</dcterms:created>
  <dcterms:modified xsi:type="dcterms:W3CDTF">2026-04-09T02:31:11Z</dcterms:modified>
</cp:coreProperties>
</file>